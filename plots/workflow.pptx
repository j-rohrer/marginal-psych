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notesMasterIdLst>
    <p:notesMasterId r:id="rId3"/>
  </p:notesMasterIdLst>
  <p:sldIdLst>
    <p:sldId id="256" r:id="rId2"/>
  </p:sldIdLst>
  <p:sldSz cx="13449300" cy="14785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EDF3"/>
    <a:srgbClr val="ECF6FC"/>
    <a:srgbClr val="FCF3DF"/>
    <a:srgbClr val="D55E00"/>
    <a:srgbClr val="CC79A7"/>
    <a:srgbClr val="E69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/>
    <p:restoredTop sz="94680"/>
  </p:normalViewPr>
  <p:slideViewPr>
    <p:cSldViewPr snapToGrid="0">
      <p:cViewPr>
        <p:scale>
          <a:sx n="50" d="100"/>
          <a:sy n="50" d="100"/>
        </p:scale>
        <p:origin x="1088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A5A4F-F9CE-8347-B171-60E4EE1D10A3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025650" y="1143000"/>
            <a:ext cx="2806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3EF438-B9BE-7D40-9CFB-BAFF628B94D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945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025650" y="1143000"/>
            <a:ext cx="28067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3EF438-B9BE-7D40-9CFB-BAFF628B94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722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8698" y="2419835"/>
            <a:ext cx="11431905" cy="5147710"/>
          </a:xfrm>
        </p:spPr>
        <p:txBody>
          <a:bodyPr anchor="b"/>
          <a:lstStyle>
            <a:lvl1pPr algn="ctr">
              <a:defRPr sz="882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1163" y="7766060"/>
            <a:ext cx="10086975" cy="3569854"/>
          </a:xfrm>
        </p:spPr>
        <p:txBody>
          <a:bodyPr/>
          <a:lstStyle>
            <a:lvl1pPr marL="0" indent="0" algn="ctr">
              <a:buNone/>
              <a:defRPr sz="3530"/>
            </a:lvl1pPr>
            <a:lvl2pPr marL="672450" indent="0" algn="ctr">
              <a:buNone/>
              <a:defRPr sz="2942"/>
            </a:lvl2pPr>
            <a:lvl3pPr marL="1344900" indent="0" algn="ctr">
              <a:buNone/>
              <a:defRPr sz="2647"/>
            </a:lvl3pPr>
            <a:lvl4pPr marL="2017349" indent="0" algn="ctr">
              <a:buNone/>
              <a:defRPr sz="2353"/>
            </a:lvl4pPr>
            <a:lvl5pPr marL="2689799" indent="0" algn="ctr">
              <a:buNone/>
              <a:defRPr sz="2353"/>
            </a:lvl5pPr>
            <a:lvl6pPr marL="3362249" indent="0" algn="ctr">
              <a:buNone/>
              <a:defRPr sz="2353"/>
            </a:lvl6pPr>
            <a:lvl7pPr marL="4034699" indent="0" algn="ctr">
              <a:buNone/>
              <a:defRPr sz="2353"/>
            </a:lvl7pPr>
            <a:lvl8pPr marL="4707148" indent="0" algn="ctr">
              <a:buNone/>
              <a:defRPr sz="2353"/>
            </a:lvl8pPr>
            <a:lvl9pPr marL="5379598" indent="0" algn="ctr">
              <a:buNone/>
              <a:defRPr sz="2353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9A238-DBC5-D247-B410-6C02E6BD80F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24B5-A3DE-144E-AA20-5DAC5431DA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011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9A238-DBC5-D247-B410-6C02E6BD80F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24B5-A3DE-144E-AA20-5DAC5431DA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86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35" y="3686230"/>
            <a:ext cx="11600021" cy="6150554"/>
          </a:xfrm>
        </p:spPr>
        <p:txBody>
          <a:bodyPr anchor="b"/>
          <a:lstStyle>
            <a:lvl1pPr>
              <a:defRPr sz="882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7635" y="9894970"/>
            <a:ext cx="11600021" cy="3234431"/>
          </a:xfrm>
        </p:spPr>
        <p:txBody>
          <a:bodyPr/>
          <a:lstStyle>
            <a:lvl1pPr marL="0" indent="0">
              <a:buNone/>
              <a:defRPr sz="3530">
                <a:solidFill>
                  <a:schemeClr val="tx1"/>
                </a:solidFill>
              </a:defRPr>
            </a:lvl1pPr>
            <a:lvl2pPr marL="672450" indent="0">
              <a:buNone/>
              <a:defRPr sz="2942">
                <a:solidFill>
                  <a:schemeClr val="tx1">
                    <a:tint val="75000"/>
                  </a:schemeClr>
                </a:solidFill>
              </a:defRPr>
            </a:lvl2pPr>
            <a:lvl3pPr marL="1344900" indent="0">
              <a:buNone/>
              <a:defRPr sz="2647">
                <a:solidFill>
                  <a:schemeClr val="tx1">
                    <a:tint val="75000"/>
                  </a:schemeClr>
                </a:solidFill>
              </a:defRPr>
            </a:lvl3pPr>
            <a:lvl4pPr marL="2017349" indent="0">
              <a:buNone/>
              <a:defRPr sz="2353">
                <a:solidFill>
                  <a:schemeClr val="tx1">
                    <a:tint val="75000"/>
                  </a:schemeClr>
                </a:solidFill>
              </a:defRPr>
            </a:lvl4pPr>
            <a:lvl5pPr marL="2689799" indent="0">
              <a:buNone/>
              <a:defRPr sz="2353">
                <a:solidFill>
                  <a:schemeClr val="tx1">
                    <a:tint val="75000"/>
                  </a:schemeClr>
                </a:solidFill>
              </a:defRPr>
            </a:lvl5pPr>
            <a:lvl6pPr marL="3362249" indent="0">
              <a:buNone/>
              <a:defRPr sz="2353">
                <a:solidFill>
                  <a:schemeClr val="tx1">
                    <a:tint val="75000"/>
                  </a:schemeClr>
                </a:solidFill>
              </a:defRPr>
            </a:lvl6pPr>
            <a:lvl7pPr marL="4034699" indent="0">
              <a:buNone/>
              <a:defRPr sz="2353">
                <a:solidFill>
                  <a:schemeClr val="tx1">
                    <a:tint val="75000"/>
                  </a:schemeClr>
                </a:solidFill>
              </a:defRPr>
            </a:lvl7pPr>
            <a:lvl8pPr marL="4707148" indent="0">
              <a:buNone/>
              <a:defRPr sz="2353">
                <a:solidFill>
                  <a:schemeClr val="tx1">
                    <a:tint val="75000"/>
                  </a:schemeClr>
                </a:solidFill>
              </a:defRPr>
            </a:lvl8pPr>
            <a:lvl9pPr marL="5379598" indent="0">
              <a:buNone/>
              <a:defRPr sz="235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9A238-DBC5-D247-B410-6C02E6BD80F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24B5-A3DE-144E-AA20-5DAC5431DA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116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4639" y="3936081"/>
            <a:ext cx="5715953" cy="938156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8708" y="3936081"/>
            <a:ext cx="5715953" cy="938156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9A238-DBC5-D247-B410-6C02E6BD80F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24B5-A3DE-144E-AA20-5DAC5431DA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20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391" y="787220"/>
            <a:ext cx="11600021" cy="285793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393" y="3624618"/>
            <a:ext cx="5689683" cy="1776370"/>
          </a:xfrm>
        </p:spPr>
        <p:txBody>
          <a:bodyPr anchor="b"/>
          <a:lstStyle>
            <a:lvl1pPr marL="0" indent="0">
              <a:buNone/>
              <a:defRPr sz="3530" b="1"/>
            </a:lvl1pPr>
            <a:lvl2pPr marL="672450" indent="0">
              <a:buNone/>
              <a:defRPr sz="2942" b="1"/>
            </a:lvl2pPr>
            <a:lvl3pPr marL="1344900" indent="0">
              <a:buNone/>
              <a:defRPr sz="2647" b="1"/>
            </a:lvl3pPr>
            <a:lvl4pPr marL="2017349" indent="0">
              <a:buNone/>
              <a:defRPr sz="2353" b="1"/>
            </a:lvl4pPr>
            <a:lvl5pPr marL="2689799" indent="0">
              <a:buNone/>
              <a:defRPr sz="2353" b="1"/>
            </a:lvl5pPr>
            <a:lvl6pPr marL="3362249" indent="0">
              <a:buNone/>
              <a:defRPr sz="2353" b="1"/>
            </a:lvl6pPr>
            <a:lvl7pPr marL="4034699" indent="0">
              <a:buNone/>
              <a:defRPr sz="2353" b="1"/>
            </a:lvl7pPr>
            <a:lvl8pPr marL="4707148" indent="0">
              <a:buNone/>
              <a:defRPr sz="2353" b="1"/>
            </a:lvl8pPr>
            <a:lvl9pPr marL="5379598" indent="0">
              <a:buNone/>
              <a:defRPr sz="235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6393" y="5400988"/>
            <a:ext cx="5689683" cy="794404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08709" y="3624618"/>
            <a:ext cx="5717704" cy="1776370"/>
          </a:xfrm>
        </p:spPr>
        <p:txBody>
          <a:bodyPr anchor="b"/>
          <a:lstStyle>
            <a:lvl1pPr marL="0" indent="0">
              <a:buNone/>
              <a:defRPr sz="3530" b="1"/>
            </a:lvl1pPr>
            <a:lvl2pPr marL="672450" indent="0">
              <a:buNone/>
              <a:defRPr sz="2942" b="1"/>
            </a:lvl2pPr>
            <a:lvl3pPr marL="1344900" indent="0">
              <a:buNone/>
              <a:defRPr sz="2647" b="1"/>
            </a:lvl3pPr>
            <a:lvl4pPr marL="2017349" indent="0">
              <a:buNone/>
              <a:defRPr sz="2353" b="1"/>
            </a:lvl4pPr>
            <a:lvl5pPr marL="2689799" indent="0">
              <a:buNone/>
              <a:defRPr sz="2353" b="1"/>
            </a:lvl5pPr>
            <a:lvl6pPr marL="3362249" indent="0">
              <a:buNone/>
              <a:defRPr sz="2353" b="1"/>
            </a:lvl6pPr>
            <a:lvl7pPr marL="4034699" indent="0">
              <a:buNone/>
              <a:defRPr sz="2353" b="1"/>
            </a:lvl7pPr>
            <a:lvl8pPr marL="4707148" indent="0">
              <a:buNone/>
              <a:defRPr sz="2353" b="1"/>
            </a:lvl8pPr>
            <a:lvl9pPr marL="5379598" indent="0">
              <a:buNone/>
              <a:defRPr sz="235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08709" y="5400988"/>
            <a:ext cx="5717704" cy="794404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9A238-DBC5-D247-B410-6C02E6BD80F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24B5-A3DE-144E-AA20-5DAC5431DA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269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9A238-DBC5-D247-B410-6C02E6BD80F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24B5-A3DE-144E-AA20-5DAC5431DA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745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9A238-DBC5-D247-B410-6C02E6BD80F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24B5-A3DE-144E-AA20-5DAC5431DA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42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391" y="985732"/>
            <a:ext cx="4337749" cy="3450061"/>
          </a:xfrm>
        </p:spPr>
        <p:txBody>
          <a:bodyPr anchor="b"/>
          <a:lstStyle>
            <a:lvl1pPr>
              <a:defRPr sz="470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7704" y="2128910"/>
            <a:ext cx="6808708" cy="10507626"/>
          </a:xfrm>
        </p:spPr>
        <p:txBody>
          <a:bodyPr/>
          <a:lstStyle>
            <a:lvl1pPr>
              <a:defRPr sz="4707"/>
            </a:lvl1pPr>
            <a:lvl2pPr>
              <a:defRPr sz="4118"/>
            </a:lvl2pPr>
            <a:lvl3pPr>
              <a:defRPr sz="3530"/>
            </a:lvl3pPr>
            <a:lvl4pPr>
              <a:defRPr sz="2942"/>
            </a:lvl4pPr>
            <a:lvl5pPr>
              <a:defRPr sz="2942"/>
            </a:lvl5pPr>
            <a:lvl6pPr>
              <a:defRPr sz="2942"/>
            </a:lvl6pPr>
            <a:lvl7pPr>
              <a:defRPr sz="2942"/>
            </a:lvl7pPr>
            <a:lvl8pPr>
              <a:defRPr sz="2942"/>
            </a:lvl8pPr>
            <a:lvl9pPr>
              <a:defRPr sz="2942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6391" y="4435793"/>
            <a:ext cx="4337749" cy="8217854"/>
          </a:xfrm>
        </p:spPr>
        <p:txBody>
          <a:bodyPr/>
          <a:lstStyle>
            <a:lvl1pPr marL="0" indent="0">
              <a:buNone/>
              <a:defRPr sz="2353"/>
            </a:lvl1pPr>
            <a:lvl2pPr marL="672450" indent="0">
              <a:buNone/>
              <a:defRPr sz="2059"/>
            </a:lvl2pPr>
            <a:lvl3pPr marL="1344900" indent="0">
              <a:buNone/>
              <a:defRPr sz="1765"/>
            </a:lvl3pPr>
            <a:lvl4pPr marL="2017349" indent="0">
              <a:buNone/>
              <a:defRPr sz="1471"/>
            </a:lvl4pPr>
            <a:lvl5pPr marL="2689799" indent="0">
              <a:buNone/>
              <a:defRPr sz="1471"/>
            </a:lvl5pPr>
            <a:lvl6pPr marL="3362249" indent="0">
              <a:buNone/>
              <a:defRPr sz="1471"/>
            </a:lvl6pPr>
            <a:lvl7pPr marL="4034699" indent="0">
              <a:buNone/>
              <a:defRPr sz="1471"/>
            </a:lvl7pPr>
            <a:lvl8pPr marL="4707148" indent="0">
              <a:buNone/>
              <a:defRPr sz="1471"/>
            </a:lvl8pPr>
            <a:lvl9pPr marL="5379598" indent="0">
              <a:buNone/>
              <a:defRPr sz="147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9A238-DBC5-D247-B410-6C02E6BD80F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24B5-A3DE-144E-AA20-5DAC5431DA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84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391" y="985732"/>
            <a:ext cx="4337749" cy="3450061"/>
          </a:xfrm>
        </p:spPr>
        <p:txBody>
          <a:bodyPr anchor="b"/>
          <a:lstStyle>
            <a:lvl1pPr>
              <a:defRPr sz="470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17704" y="2128910"/>
            <a:ext cx="6808708" cy="10507626"/>
          </a:xfrm>
        </p:spPr>
        <p:txBody>
          <a:bodyPr anchor="t"/>
          <a:lstStyle>
            <a:lvl1pPr marL="0" indent="0">
              <a:buNone/>
              <a:defRPr sz="4707"/>
            </a:lvl1pPr>
            <a:lvl2pPr marL="672450" indent="0">
              <a:buNone/>
              <a:defRPr sz="4118"/>
            </a:lvl2pPr>
            <a:lvl3pPr marL="1344900" indent="0">
              <a:buNone/>
              <a:defRPr sz="3530"/>
            </a:lvl3pPr>
            <a:lvl4pPr marL="2017349" indent="0">
              <a:buNone/>
              <a:defRPr sz="2942"/>
            </a:lvl4pPr>
            <a:lvl5pPr marL="2689799" indent="0">
              <a:buNone/>
              <a:defRPr sz="2942"/>
            </a:lvl5pPr>
            <a:lvl6pPr marL="3362249" indent="0">
              <a:buNone/>
              <a:defRPr sz="2942"/>
            </a:lvl6pPr>
            <a:lvl7pPr marL="4034699" indent="0">
              <a:buNone/>
              <a:defRPr sz="2942"/>
            </a:lvl7pPr>
            <a:lvl8pPr marL="4707148" indent="0">
              <a:buNone/>
              <a:defRPr sz="2942"/>
            </a:lvl8pPr>
            <a:lvl9pPr marL="5379598" indent="0">
              <a:buNone/>
              <a:defRPr sz="2942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6391" y="4435793"/>
            <a:ext cx="4337749" cy="8217854"/>
          </a:xfrm>
        </p:spPr>
        <p:txBody>
          <a:bodyPr/>
          <a:lstStyle>
            <a:lvl1pPr marL="0" indent="0">
              <a:buNone/>
              <a:defRPr sz="2353"/>
            </a:lvl1pPr>
            <a:lvl2pPr marL="672450" indent="0">
              <a:buNone/>
              <a:defRPr sz="2059"/>
            </a:lvl2pPr>
            <a:lvl3pPr marL="1344900" indent="0">
              <a:buNone/>
              <a:defRPr sz="1765"/>
            </a:lvl3pPr>
            <a:lvl4pPr marL="2017349" indent="0">
              <a:buNone/>
              <a:defRPr sz="1471"/>
            </a:lvl4pPr>
            <a:lvl5pPr marL="2689799" indent="0">
              <a:buNone/>
              <a:defRPr sz="1471"/>
            </a:lvl5pPr>
            <a:lvl6pPr marL="3362249" indent="0">
              <a:buNone/>
              <a:defRPr sz="1471"/>
            </a:lvl6pPr>
            <a:lvl7pPr marL="4034699" indent="0">
              <a:buNone/>
              <a:defRPr sz="1471"/>
            </a:lvl7pPr>
            <a:lvl8pPr marL="4707148" indent="0">
              <a:buNone/>
              <a:defRPr sz="1471"/>
            </a:lvl8pPr>
            <a:lvl9pPr marL="5379598" indent="0">
              <a:buNone/>
              <a:defRPr sz="147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9A238-DBC5-D247-B410-6C02E6BD80F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24B5-A3DE-144E-AA20-5DAC5431DA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952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9A238-DBC5-D247-B410-6C02E6BD80F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24B5-A3DE-144E-AA20-5DAC5431DA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11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24656" y="787216"/>
            <a:ext cx="2900005" cy="1253043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4640" y="787216"/>
            <a:ext cx="8531900" cy="1253043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9A238-DBC5-D247-B410-6C02E6BD80F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24B5-A3DE-144E-AA20-5DAC5431DA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912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4640" y="787220"/>
            <a:ext cx="11600021" cy="2857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4640" y="3936081"/>
            <a:ext cx="11600021" cy="9381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4639" y="13704412"/>
            <a:ext cx="3026093" cy="7872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9A238-DBC5-D247-B410-6C02E6BD80F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55081" y="13704412"/>
            <a:ext cx="4539139" cy="7872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98568" y="13704412"/>
            <a:ext cx="3026093" cy="7872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024B5-A3DE-144E-AA20-5DAC5431DA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374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1344900" rtl="0" eaLnBrk="1" latinLnBrk="0" hangingPunct="1">
        <a:lnSpc>
          <a:spcPct val="90000"/>
        </a:lnSpc>
        <a:spcBef>
          <a:spcPct val="0"/>
        </a:spcBef>
        <a:buNone/>
        <a:defRPr sz="64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6225" indent="-336225" algn="l" defTabSz="1344900" rtl="0" eaLnBrk="1" latinLnBrk="0" hangingPunct="1">
        <a:lnSpc>
          <a:spcPct val="90000"/>
        </a:lnSpc>
        <a:spcBef>
          <a:spcPts val="1471"/>
        </a:spcBef>
        <a:buFont typeface="Arial" panose="020B0604020202020204" pitchFamily="34" charset="0"/>
        <a:buChar char="•"/>
        <a:defRPr sz="4118" kern="1200">
          <a:solidFill>
            <a:schemeClr val="tx1"/>
          </a:solidFill>
          <a:latin typeface="+mn-lt"/>
          <a:ea typeface="+mn-ea"/>
          <a:cs typeface="+mn-cs"/>
        </a:defRPr>
      </a:lvl1pPr>
      <a:lvl2pPr marL="1008675" indent="-336225" algn="l" defTabSz="1344900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3530" kern="1200">
          <a:solidFill>
            <a:schemeClr val="tx1"/>
          </a:solidFill>
          <a:latin typeface="+mn-lt"/>
          <a:ea typeface="+mn-ea"/>
          <a:cs typeface="+mn-cs"/>
        </a:defRPr>
      </a:lvl2pPr>
      <a:lvl3pPr marL="1681124" indent="-336225" algn="l" defTabSz="1344900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942" kern="1200">
          <a:solidFill>
            <a:schemeClr val="tx1"/>
          </a:solidFill>
          <a:latin typeface="+mn-lt"/>
          <a:ea typeface="+mn-ea"/>
          <a:cs typeface="+mn-cs"/>
        </a:defRPr>
      </a:lvl3pPr>
      <a:lvl4pPr marL="2353574" indent="-336225" algn="l" defTabSz="1344900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647" kern="1200">
          <a:solidFill>
            <a:schemeClr val="tx1"/>
          </a:solidFill>
          <a:latin typeface="+mn-lt"/>
          <a:ea typeface="+mn-ea"/>
          <a:cs typeface="+mn-cs"/>
        </a:defRPr>
      </a:lvl4pPr>
      <a:lvl5pPr marL="3026024" indent="-336225" algn="l" defTabSz="1344900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647" kern="1200">
          <a:solidFill>
            <a:schemeClr val="tx1"/>
          </a:solidFill>
          <a:latin typeface="+mn-lt"/>
          <a:ea typeface="+mn-ea"/>
          <a:cs typeface="+mn-cs"/>
        </a:defRPr>
      </a:lvl5pPr>
      <a:lvl6pPr marL="3698474" indent="-336225" algn="l" defTabSz="1344900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647" kern="1200">
          <a:solidFill>
            <a:schemeClr val="tx1"/>
          </a:solidFill>
          <a:latin typeface="+mn-lt"/>
          <a:ea typeface="+mn-ea"/>
          <a:cs typeface="+mn-cs"/>
        </a:defRPr>
      </a:lvl6pPr>
      <a:lvl7pPr marL="4370923" indent="-336225" algn="l" defTabSz="1344900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647" kern="1200">
          <a:solidFill>
            <a:schemeClr val="tx1"/>
          </a:solidFill>
          <a:latin typeface="+mn-lt"/>
          <a:ea typeface="+mn-ea"/>
          <a:cs typeface="+mn-cs"/>
        </a:defRPr>
      </a:lvl7pPr>
      <a:lvl8pPr marL="5043373" indent="-336225" algn="l" defTabSz="1344900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647" kern="1200">
          <a:solidFill>
            <a:schemeClr val="tx1"/>
          </a:solidFill>
          <a:latin typeface="+mn-lt"/>
          <a:ea typeface="+mn-ea"/>
          <a:cs typeface="+mn-cs"/>
        </a:defRPr>
      </a:lvl8pPr>
      <a:lvl9pPr marL="5715823" indent="-336225" algn="l" defTabSz="1344900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6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44900" rtl="0" eaLnBrk="1" latinLnBrk="0" hangingPunct="1">
        <a:defRPr sz="2647" kern="1200">
          <a:solidFill>
            <a:schemeClr val="tx1"/>
          </a:solidFill>
          <a:latin typeface="+mn-lt"/>
          <a:ea typeface="+mn-ea"/>
          <a:cs typeface="+mn-cs"/>
        </a:defRPr>
      </a:lvl1pPr>
      <a:lvl2pPr marL="672450" algn="l" defTabSz="1344900" rtl="0" eaLnBrk="1" latinLnBrk="0" hangingPunct="1">
        <a:defRPr sz="2647" kern="1200">
          <a:solidFill>
            <a:schemeClr val="tx1"/>
          </a:solidFill>
          <a:latin typeface="+mn-lt"/>
          <a:ea typeface="+mn-ea"/>
          <a:cs typeface="+mn-cs"/>
        </a:defRPr>
      </a:lvl2pPr>
      <a:lvl3pPr marL="1344900" algn="l" defTabSz="1344900" rtl="0" eaLnBrk="1" latinLnBrk="0" hangingPunct="1">
        <a:defRPr sz="2647" kern="1200">
          <a:solidFill>
            <a:schemeClr val="tx1"/>
          </a:solidFill>
          <a:latin typeface="+mn-lt"/>
          <a:ea typeface="+mn-ea"/>
          <a:cs typeface="+mn-cs"/>
        </a:defRPr>
      </a:lvl3pPr>
      <a:lvl4pPr marL="2017349" algn="l" defTabSz="1344900" rtl="0" eaLnBrk="1" latinLnBrk="0" hangingPunct="1">
        <a:defRPr sz="2647" kern="1200">
          <a:solidFill>
            <a:schemeClr val="tx1"/>
          </a:solidFill>
          <a:latin typeface="+mn-lt"/>
          <a:ea typeface="+mn-ea"/>
          <a:cs typeface="+mn-cs"/>
        </a:defRPr>
      </a:lvl4pPr>
      <a:lvl5pPr marL="2689799" algn="l" defTabSz="1344900" rtl="0" eaLnBrk="1" latinLnBrk="0" hangingPunct="1">
        <a:defRPr sz="2647" kern="1200">
          <a:solidFill>
            <a:schemeClr val="tx1"/>
          </a:solidFill>
          <a:latin typeface="+mn-lt"/>
          <a:ea typeface="+mn-ea"/>
          <a:cs typeface="+mn-cs"/>
        </a:defRPr>
      </a:lvl5pPr>
      <a:lvl6pPr marL="3362249" algn="l" defTabSz="1344900" rtl="0" eaLnBrk="1" latinLnBrk="0" hangingPunct="1">
        <a:defRPr sz="2647" kern="1200">
          <a:solidFill>
            <a:schemeClr val="tx1"/>
          </a:solidFill>
          <a:latin typeface="+mn-lt"/>
          <a:ea typeface="+mn-ea"/>
          <a:cs typeface="+mn-cs"/>
        </a:defRPr>
      </a:lvl6pPr>
      <a:lvl7pPr marL="4034699" algn="l" defTabSz="1344900" rtl="0" eaLnBrk="1" latinLnBrk="0" hangingPunct="1">
        <a:defRPr sz="2647" kern="1200">
          <a:solidFill>
            <a:schemeClr val="tx1"/>
          </a:solidFill>
          <a:latin typeface="+mn-lt"/>
          <a:ea typeface="+mn-ea"/>
          <a:cs typeface="+mn-cs"/>
        </a:defRPr>
      </a:lvl7pPr>
      <a:lvl8pPr marL="4707148" algn="l" defTabSz="1344900" rtl="0" eaLnBrk="1" latinLnBrk="0" hangingPunct="1">
        <a:defRPr sz="2647" kern="1200">
          <a:solidFill>
            <a:schemeClr val="tx1"/>
          </a:solidFill>
          <a:latin typeface="+mn-lt"/>
          <a:ea typeface="+mn-ea"/>
          <a:cs typeface="+mn-cs"/>
        </a:defRPr>
      </a:lvl8pPr>
      <a:lvl9pPr marL="5379598" algn="l" defTabSz="1344900" rtl="0" eaLnBrk="1" latinLnBrk="0" hangingPunct="1">
        <a:defRPr sz="26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B3E02F88-3A66-A5DE-13B5-23F535053A28}"/>
              </a:ext>
            </a:extLst>
          </p:cNvPr>
          <p:cNvSpPr/>
          <p:nvPr/>
        </p:nvSpPr>
        <p:spPr>
          <a:xfrm>
            <a:off x="1" y="152400"/>
            <a:ext cx="13449600" cy="4438185"/>
          </a:xfrm>
          <a:prstGeom prst="rect">
            <a:avLst/>
          </a:prstGeom>
          <a:solidFill>
            <a:srgbClr val="FCF3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0" tIns="270000" rtlCol="0" anchor="t"/>
          <a:lstStyle/>
          <a:p>
            <a:r>
              <a:rPr lang="en-US" sz="6000" b="1" dirty="0">
                <a:solidFill>
                  <a:schemeClr val="tx1"/>
                </a:solidFill>
                <a:latin typeface="EB Garamond Medium" pitchFamily="2" charset="0"/>
                <a:ea typeface="EB Garamond Medium" pitchFamily="2" charset="0"/>
                <a:cs typeface="EB Garamond Medium" pitchFamily="2" charset="0"/>
              </a:rPr>
              <a:t>Build a model</a:t>
            </a:r>
          </a:p>
          <a:p>
            <a:endParaRPr lang="en-US" sz="2500" dirty="0">
              <a:solidFill>
                <a:schemeClr val="tx1"/>
              </a:solidFill>
              <a:latin typeface="EB Garamond Medium" pitchFamily="2" charset="0"/>
              <a:ea typeface="EB Garamond Medium" pitchFamily="2" charset="0"/>
              <a:cs typeface="EB Garamond Medium" pitchFamily="2" charset="0"/>
            </a:endParaRPr>
          </a:p>
          <a:p>
            <a:r>
              <a:rPr lang="en-US" sz="4000" dirty="0">
                <a:solidFill>
                  <a:schemeClr val="tx1"/>
                </a:solidFill>
                <a:latin typeface="EB Garamond Medium" pitchFamily="2" charset="0"/>
                <a:ea typeface="EB Garamond Medium" pitchFamily="2" charset="0"/>
                <a:cs typeface="EB Garamond Medium" pitchFamily="2" charset="0"/>
              </a:rPr>
              <a:t>Model selection</a:t>
            </a:r>
          </a:p>
          <a:p>
            <a:r>
              <a:rPr lang="en-US" sz="2800" dirty="0">
                <a:solidFill>
                  <a:schemeClr val="tx1"/>
                </a:solidFill>
                <a:latin typeface="EB Garamond Medium" pitchFamily="2" charset="0"/>
                <a:ea typeface="EB Garamond Medium" pitchFamily="2" charset="0"/>
                <a:cs typeface="EB Garamond Medium" pitchFamily="2" charset="0"/>
              </a:rPr>
              <a:t>Select a model that matches the research question and fulfills domain-specific requirements</a:t>
            </a:r>
          </a:p>
          <a:p>
            <a:endParaRPr lang="en-US" sz="2500" dirty="0">
              <a:solidFill>
                <a:schemeClr val="tx1"/>
              </a:solidFill>
              <a:latin typeface="EB Garamond Medium" pitchFamily="2" charset="0"/>
              <a:ea typeface="EB Garamond Medium" pitchFamily="2" charset="0"/>
              <a:cs typeface="EB Garamond Medium" pitchFamily="2" charset="0"/>
            </a:endParaRPr>
          </a:p>
          <a:p>
            <a:r>
              <a:rPr lang="en-US" sz="4000" dirty="0">
                <a:solidFill>
                  <a:schemeClr val="tx1"/>
                </a:solidFill>
                <a:latin typeface="EB Garamond Medium" pitchFamily="2" charset="0"/>
                <a:ea typeface="EB Garamond Medium" pitchFamily="2" charset="0"/>
                <a:cs typeface="EB Garamond Medium" pitchFamily="2" charset="0"/>
              </a:rPr>
              <a:t>Model fit</a:t>
            </a:r>
          </a:p>
          <a:p>
            <a:r>
              <a:rPr lang="en-US" sz="2800" dirty="0">
                <a:solidFill>
                  <a:schemeClr val="tx1"/>
                </a:solidFill>
                <a:latin typeface="EB Garamond Medium" pitchFamily="2" charset="0"/>
                <a:ea typeface="EB Garamond Medium" pitchFamily="2" charset="0"/>
                <a:cs typeface="EB Garamond Medium" pitchFamily="2" charset="0"/>
              </a:rPr>
              <a:t>Fit the model in your preferred framework (Frequentist, Bayesian, Machine learning)</a:t>
            </a:r>
          </a:p>
          <a:p>
            <a:endParaRPr lang="en-US" sz="2500" dirty="0">
              <a:solidFill>
                <a:schemeClr val="tx1"/>
              </a:solidFill>
              <a:latin typeface="EB Garamond Medium" pitchFamily="2" charset="0"/>
              <a:ea typeface="EB Garamond Medium" pitchFamily="2" charset="0"/>
              <a:cs typeface="EB Garamond Medium" pitchFamily="2" charset="0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C2CB08F7-CC76-B331-D461-D3F1FB311AEE}"/>
              </a:ext>
            </a:extLst>
          </p:cNvPr>
          <p:cNvSpPr/>
          <p:nvPr/>
        </p:nvSpPr>
        <p:spPr>
          <a:xfrm>
            <a:off x="2" y="5340367"/>
            <a:ext cx="9474196" cy="5523159"/>
          </a:xfrm>
          <a:prstGeom prst="rect">
            <a:avLst/>
          </a:prstGeom>
          <a:solidFill>
            <a:srgbClr val="ECF6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0" tIns="270000" rtlCol="0" anchor="t"/>
          <a:lstStyle/>
          <a:p>
            <a:r>
              <a:rPr lang="en-US" sz="6000" b="1" dirty="0">
                <a:solidFill>
                  <a:schemeClr val="tx1"/>
                </a:solidFill>
                <a:latin typeface="EB Garamond Medium" pitchFamily="2" charset="0"/>
                <a:ea typeface="EB Garamond Medium" pitchFamily="2" charset="0"/>
                <a:cs typeface="EB Garamond Medium" pitchFamily="2" charset="0"/>
              </a:rPr>
              <a:t>Compute </a:t>
            </a:r>
            <a:r>
              <a:rPr lang="en-US" sz="6000" b="1" dirty="0" err="1">
                <a:solidFill>
                  <a:schemeClr val="tx1"/>
                </a:solidFill>
                <a:latin typeface="EB Garamond Medium" pitchFamily="2" charset="0"/>
                <a:ea typeface="EB Garamond Medium" pitchFamily="2" charset="0"/>
                <a:cs typeface="EB Garamond Medium" pitchFamily="2" charset="0"/>
              </a:rPr>
              <a:t>estimand</a:t>
            </a:r>
            <a:r>
              <a:rPr lang="en-US" sz="6000" b="1" dirty="0">
                <a:solidFill>
                  <a:schemeClr val="tx1"/>
                </a:solidFill>
                <a:latin typeface="EB Garamond Medium" pitchFamily="2" charset="0"/>
                <a:ea typeface="EB Garamond Medium" pitchFamily="2" charset="0"/>
                <a:cs typeface="EB Garamond Medium" pitchFamily="2" charset="0"/>
              </a:rPr>
              <a:t>(s)</a:t>
            </a:r>
          </a:p>
          <a:p>
            <a:endParaRPr lang="en-US" sz="2500" dirty="0">
              <a:solidFill>
                <a:schemeClr val="tx1"/>
              </a:solidFill>
              <a:latin typeface="EB Garamond Medium" pitchFamily="2" charset="0"/>
              <a:ea typeface="EB Garamond Medium" pitchFamily="2" charset="0"/>
              <a:cs typeface="EB Garamond Medium" pitchFamily="2" charset="0"/>
            </a:endParaRPr>
          </a:p>
          <a:p>
            <a:r>
              <a:rPr lang="en-US" sz="4000" dirty="0">
                <a:solidFill>
                  <a:schemeClr val="tx1"/>
                </a:solidFill>
                <a:latin typeface="EB Garamond Medium" pitchFamily="2" charset="0"/>
                <a:ea typeface="EB Garamond Medium" pitchFamily="2" charset="0"/>
                <a:cs typeface="EB Garamond Medium" pitchFamily="2" charset="0"/>
              </a:rPr>
              <a:t>Target quantities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solidFill>
                  <a:schemeClr val="tx1"/>
                </a:solidFill>
                <a:latin typeface="EB Garamond Medium" pitchFamily="2" charset="0"/>
                <a:ea typeface="EB Garamond Medium" pitchFamily="2" charset="0"/>
                <a:cs typeface="EB Garamond Medium" pitchFamily="2" charset="0"/>
              </a:rPr>
              <a:t>Predictions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solidFill>
                  <a:schemeClr val="tx1"/>
                </a:solidFill>
                <a:latin typeface="EB Garamond Medium" pitchFamily="2" charset="0"/>
                <a:ea typeface="EB Garamond Medium" pitchFamily="2" charset="0"/>
                <a:cs typeface="EB Garamond Medium" pitchFamily="2" charset="0"/>
              </a:rPr>
              <a:t>Comparisons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solidFill>
                  <a:schemeClr val="tx1"/>
                </a:solidFill>
                <a:latin typeface="EB Garamond Medium" pitchFamily="2" charset="0"/>
                <a:ea typeface="EB Garamond Medium" pitchFamily="2" charset="0"/>
                <a:cs typeface="EB Garamond Medium" pitchFamily="2" charset="0"/>
              </a:rPr>
              <a:t>Slopes</a:t>
            </a:r>
          </a:p>
          <a:p>
            <a:pPr marL="457200" indent="-457200">
              <a:buFontTx/>
              <a:buChar char="-"/>
            </a:pPr>
            <a:endParaRPr lang="en-US" sz="2500" dirty="0">
              <a:solidFill>
                <a:schemeClr val="tx1"/>
              </a:solidFill>
              <a:latin typeface="EB Garamond Medium" pitchFamily="2" charset="0"/>
              <a:ea typeface="EB Garamond Medium" pitchFamily="2" charset="0"/>
              <a:cs typeface="EB Garamond Medium" pitchFamily="2" charset="0"/>
            </a:endParaRPr>
          </a:p>
          <a:p>
            <a:r>
              <a:rPr lang="en-US" sz="4000" dirty="0">
                <a:solidFill>
                  <a:schemeClr val="tx1"/>
                </a:solidFill>
                <a:latin typeface="EB Garamond Medium" pitchFamily="2" charset="0"/>
                <a:ea typeface="EB Garamond Medium" pitchFamily="2" charset="0"/>
                <a:cs typeface="EB Garamond Medium" pitchFamily="2" charset="0"/>
              </a:rPr>
              <a:t>Additional decisions 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solidFill>
                  <a:schemeClr val="tx1"/>
                </a:solidFill>
                <a:latin typeface="EB Garamond Medium" pitchFamily="2" charset="0"/>
                <a:ea typeface="EB Garamond Medium" pitchFamily="2" charset="0"/>
                <a:cs typeface="EB Garamond Medium" pitchFamily="2" charset="0"/>
              </a:rPr>
              <a:t>Unit-level estimates or averages</a:t>
            </a:r>
          </a:p>
          <a:p>
            <a:pPr marL="457200" indent="-457200">
              <a:buFontTx/>
              <a:buChar char="-"/>
            </a:pPr>
            <a:r>
              <a:rPr lang="en-US" sz="2800" dirty="0">
                <a:solidFill>
                  <a:schemeClr val="tx1"/>
                </a:solidFill>
                <a:latin typeface="EB Garamond Medium" pitchFamily="2" charset="0"/>
                <a:ea typeface="EB Garamond Medium" pitchFamily="2" charset="0"/>
                <a:cs typeface="EB Garamond Medium" pitchFamily="2" charset="0"/>
              </a:rPr>
              <a:t>Choice of scale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CD01B701-06EA-C5D4-F392-31A503442D9E}"/>
              </a:ext>
            </a:extLst>
          </p:cNvPr>
          <p:cNvSpPr/>
          <p:nvPr/>
        </p:nvSpPr>
        <p:spPr>
          <a:xfrm>
            <a:off x="0" y="11498171"/>
            <a:ext cx="13454735" cy="3157630"/>
          </a:xfrm>
          <a:prstGeom prst="rect">
            <a:avLst/>
          </a:prstGeom>
          <a:solidFill>
            <a:srgbClr val="F8ED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0" tIns="270000" rtlCol="0" anchor="t"/>
          <a:lstStyle/>
          <a:p>
            <a:r>
              <a:rPr lang="en-US" sz="6000" b="1" dirty="0">
                <a:solidFill>
                  <a:schemeClr val="tx1"/>
                </a:solidFill>
                <a:latin typeface="EB Garamond Medium" pitchFamily="2" charset="0"/>
                <a:ea typeface="EB Garamond Medium" pitchFamily="2" charset="0"/>
                <a:cs typeface="EB Garamond Medium" pitchFamily="2" charset="0"/>
              </a:rPr>
              <a:t>Statistical testing</a:t>
            </a:r>
          </a:p>
          <a:p>
            <a:endParaRPr lang="en-US" sz="2500" dirty="0">
              <a:solidFill>
                <a:schemeClr val="tx1"/>
              </a:solidFill>
              <a:latin typeface="EB Garamond Medium" pitchFamily="2" charset="0"/>
              <a:ea typeface="EB Garamond Medium" pitchFamily="2" charset="0"/>
              <a:cs typeface="EB Garamond Medium" pitchFamily="2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EB Garamond Medium" pitchFamily="2" charset="0"/>
                <a:ea typeface="EB Garamond Medium" pitchFamily="2" charset="0"/>
                <a:cs typeface="EB Garamond Medium" pitchFamily="2" charset="0"/>
              </a:rPr>
              <a:t>Uncertainty quantification</a:t>
            </a:r>
          </a:p>
          <a:p>
            <a:r>
              <a:rPr lang="en-US" sz="2800" dirty="0">
                <a:solidFill>
                  <a:schemeClr val="tx1"/>
                </a:solidFill>
                <a:latin typeface="EB Garamond Medium" pitchFamily="2" charset="0"/>
                <a:ea typeface="EB Garamond Medium" pitchFamily="2" charset="0"/>
                <a:cs typeface="EB Garamond Medium" pitchFamily="2" charset="0"/>
              </a:rPr>
              <a:t>Null hypothesis tests</a:t>
            </a:r>
          </a:p>
          <a:p>
            <a:r>
              <a:rPr lang="en-US" sz="2800" dirty="0">
                <a:solidFill>
                  <a:schemeClr val="tx1"/>
                </a:solidFill>
                <a:latin typeface="EB Garamond Medium" pitchFamily="2" charset="0"/>
                <a:ea typeface="EB Garamond Medium" pitchFamily="2" charset="0"/>
                <a:cs typeface="EB Garamond Medium" pitchFamily="2" charset="0"/>
              </a:rPr>
              <a:t>Equivalence tests</a:t>
            </a: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6E2CAFFF-88DB-91C5-DEE3-FFAEC63DDF25}"/>
              </a:ext>
            </a:extLst>
          </p:cNvPr>
          <p:cNvCxnSpPr>
            <a:cxnSpLocks/>
          </p:cNvCxnSpPr>
          <p:nvPr/>
        </p:nvCxnSpPr>
        <p:spPr>
          <a:xfrm>
            <a:off x="391891" y="4586871"/>
            <a:ext cx="0" cy="753494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FEAF88D2-B540-80C2-5ED7-4EEA83849C9D}"/>
              </a:ext>
            </a:extLst>
          </p:cNvPr>
          <p:cNvCxnSpPr>
            <a:cxnSpLocks/>
          </p:cNvCxnSpPr>
          <p:nvPr/>
        </p:nvCxnSpPr>
        <p:spPr>
          <a:xfrm>
            <a:off x="391891" y="10863526"/>
            <a:ext cx="0" cy="634644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78A6383D-678F-DEE0-BF7B-5E0A43525291}"/>
              </a:ext>
            </a:extLst>
          </p:cNvPr>
          <p:cNvSpPr txBox="1"/>
          <p:nvPr/>
        </p:nvSpPr>
        <p:spPr>
          <a:xfrm>
            <a:off x="648033" y="4702008"/>
            <a:ext cx="487102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EB Garamond Medium" pitchFamily="2" charset="0"/>
                <a:ea typeface="EB Garamond Medium" pitchFamily="2" charset="0"/>
                <a:cs typeface="EB Garamond Medium" pitchFamily="2" charset="0"/>
              </a:rPr>
              <a:t>Prediction machines workflow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9CD70064-0CA9-ECAC-6DD1-7C32A1B889B0}"/>
              </a:ext>
            </a:extLst>
          </p:cNvPr>
          <p:cNvSpPr txBox="1"/>
          <p:nvPr/>
        </p:nvSpPr>
        <p:spPr>
          <a:xfrm>
            <a:off x="659731" y="10919238"/>
            <a:ext cx="705905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EB Garamond Medium" pitchFamily="2" charset="0"/>
                <a:ea typeface="EB Garamond Medium" pitchFamily="2" charset="0"/>
                <a:cs typeface="EB Garamond Medium" pitchFamily="2" charset="0"/>
              </a:rPr>
              <a:t>Prediction machines workflow</a:t>
            </a:r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7D6FDD2B-16F3-40B3-02ED-FC43E16F8524}"/>
              </a:ext>
            </a:extLst>
          </p:cNvPr>
          <p:cNvCxnSpPr>
            <a:cxnSpLocks/>
          </p:cNvCxnSpPr>
          <p:nvPr/>
        </p:nvCxnSpPr>
        <p:spPr>
          <a:xfrm>
            <a:off x="9994711" y="4586871"/>
            <a:ext cx="0" cy="6911299"/>
          </a:xfrm>
          <a:prstGeom prst="straightConnector1">
            <a:avLst/>
          </a:prstGeom>
          <a:ln w="762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feld 56">
            <a:extLst>
              <a:ext uri="{FF2B5EF4-FFF2-40B4-BE49-F238E27FC236}">
                <a16:creationId xmlns:a16="http://schemas.microsoft.com/office/drawing/2014/main" id="{CDDAC82B-B122-94BA-87CF-5C68C8034D9A}"/>
              </a:ext>
            </a:extLst>
          </p:cNvPr>
          <p:cNvSpPr txBox="1"/>
          <p:nvPr/>
        </p:nvSpPr>
        <p:spPr>
          <a:xfrm>
            <a:off x="10188561" y="7392987"/>
            <a:ext cx="30465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EB Garamond Medium" pitchFamily="2" charset="0"/>
                <a:ea typeface="EB Garamond Medium" pitchFamily="2" charset="0"/>
                <a:cs typeface="EB Garamond Medium" pitchFamily="2" charset="0"/>
              </a:rPr>
              <a:t>Standard workflow:</a:t>
            </a:r>
          </a:p>
          <a:p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EB Garamond Medium" pitchFamily="2" charset="0"/>
                <a:ea typeface="EB Garamond Medium" pitchFamily="2" charset="0"/>
                <a:cs typeface="EB Garamond Medium" pitchFamily="2" charset="0"/>
              </a:rPr>
              <a:t>Coefficients are studied directly</a:t>
            </a:r>
          </a:p>
        </p:txBody>
      </p:sp>
    </p:spTree>
    <p:extLst>
      <p:ext uri="{BB962C8B-B14F-4D97-AF65-F5344CB8AC3E}">
        <p14:creationId xmlns:p14="http://schemas.microsoft.com/office/powerpoint/2010/main" val="4231021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76</Words>
  <Application>Microsoft Macintosh PowerPoint</Application>
  <PresentationFormat>Benutzerdefiniert</PresentationFormat>
  <Paragraphs>27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EB Garamond Medium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Rohrer</dc:creator>
  <cp:lastModifiedBy>Julia Rohrer</cp:lastModifiedBy>
  <cp:revision>40</cp:revision>
  <dcterms:created xsi:type="dcterms:W3CDTF">2025-10-23T11:45:45Z</dcterms:created>
  <dcterms:modified xsi:type="dcterms:W3CDTF">2026-01-12T10:41:37Z</dcterms:modified>
</cp:coreProperties>
</file>